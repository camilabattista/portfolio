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wxaY77mgy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06025"/>
            <a:ext cx="8520600" cy="32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Cortometraje filmado en 2024 - Yo: Electrica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Link trailer: </a:t>
            </a:r>
            <a:r>
              <a:rPr lang="es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https://www.youtube.com/watch?v=wxaY77mgydk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Gaffer: Valentin Ruggier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Electricxs: Grettel Gonsalez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Ariel Alejandroo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Camila Battista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Director: Dominik Cura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