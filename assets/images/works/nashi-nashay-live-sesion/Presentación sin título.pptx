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6ea37eba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6ea37eba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eXO9YKUqKM0" TargetMode="External"/><Relationship Id="rId4" Type="http://schemas.openxmlformats.org/officeDocument/2006/relationships/hyperlink" Target="https://www.youtube.com/watch?v=XW9Kdo3ciu0" TargetMode="External"/><Relationship Id="rId5" Type="http://schemas.openxmlformats.org/officeDocument/2006/relationships/hyperlink" Target="https://www.youtube.com/watch?v=eX-kie3k1D8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69775"/>
            <a:ext cx="8520600" cy="33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 live session filmados en 2024 - Yo: Gaffer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Links: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Egoista: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https://www.youtube.com/watch?v=eXO9YKUqKM0</a:t>
            </a:r>
            <a:r>
              <a:rPr lang="es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ABC: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https://www.youtube.com/watch?v=XW9Kdo3ciu0</a:t>
            </a:r>
            <a:r>
              <a:rPr lang="es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Soy yo: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5"/>
              </a:rPr>
              <a:t>https://www.youtube.com/watch?v=eX-kie3k1D8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105" y="1919180"/>
            <a:ext cx="7081825" cy="1572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