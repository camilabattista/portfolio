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nstagram.com/reel/DAbuY3ERHDU/?utm_source=ig_web_copy_link&amp;igsh=MzRlODBiNWFlZA==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14150" y="95450"/>
            <a:ext cx="85206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Publicidad 2024 - Yo: electrica - Para: Banco Chubut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https://www.instagram.com/reel/DAbuY3ERHDU/?utm_source=ig_web_copy_link&amp;igsh=MzRlODBiNWFlZA==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475" y="2472850"/>
            <a:ext cx="327660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