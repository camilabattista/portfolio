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6CX24B329r4&amp;list=OLAK5uy_kpeJ9Ty7sIxjnEAA3hnwd7QthpcElOuN4&amp;index=6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92650"/>
            <a:ext cx="8520600" cy="3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Videoclip 2025 - Artista: Bautibit - Yo: 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https://www.youtube.com/watch?v=6CX24B329r4&amp;list=OLAK5uy_kpeJ9Ty7sIxjnEAA3hnwd7QthpcElOuN4&amp;index=6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Camara: Blackmagic Pocket 4k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00" y="4106100"/>
            <a:ext cx="337185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