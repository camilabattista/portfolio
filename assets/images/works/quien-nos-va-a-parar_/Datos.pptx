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pJz4tCG7uyo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104807" y="2483875"/>
            <a:ext cx="1727400" cy="3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60775"/>
            <a:ext cx="8520600" cy="3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Videoclip 2024 - </a:t>
            </a:r>
            <a:r>
              <a:rPr lang="es"/>
              <a:t>Título</a:t>
            </a:r>
            <a:r>
              <a:rPr lang="es"/>
              <a:t>:¿</a:t>
            </a:r>
            <a:r>
              <a:rPr lang="es"/>
              <a:t>Quién</a:t>
            </a:r>
            <a:r>
              <a:rPr lang="es"/>
              <a:t> nos va a parar? Banda: Las fiebres polares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Yo: </a:t>
            </a:r>
            <a:r>
              <a:rPr lang="es"/>
              <a:t>Dire</a:t>
            </a:r>
            <a:r>
              <a:rPr lang="es"/>
              <a:t> de foto y Direc general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Colorista: Alejo Roa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Videoclip: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https://www.youtube.com/watch?v=pJz4tCG7uyo</a:t>
            </a:r>
            <a:r>
              <a:rPr lang="es"/>
              <a:t>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 para decir, ni idea, decime si queda bien: Videoclip realizado con amigos, en la plata, en el lapso de 1 dia y medio, con equipos minimos y mucha creatividad.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Filmado con la Blackmagic Pocket 4k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25" y="1459350"/>
            <a:ext cx="8839198" cy="67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