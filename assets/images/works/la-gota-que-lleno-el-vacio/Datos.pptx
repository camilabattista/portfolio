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youtube.com/watch?v=zzFujXfDyI8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251300" y="261700"/>
            <a:ext cx="8520600" cy="42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Cortometraje filmado en 2023 - Yo: Gaffer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Link: </a:t>
            </a:r>
            <a:r>
              <a:rPr lang="es" u="sng">
                <a:solidFill>
                  <a:schemeClr val="hlink"/>
                </a:solidFill>
                <a:hlinkClick r:id="rId3"/>
              </a:rPr>
              <a:t>https://www.youtube.com/watch?v=zzFujXfDyI8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direc de foto: Juan Tello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2613" y="2005013"/>
            <a:ext cx="5438775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