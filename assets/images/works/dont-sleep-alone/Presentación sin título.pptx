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hyperlink" Target="https://www.youtube.com/watch?v=a-H5TYR8phU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idx="1" type="subTitle"/>
          </p:nvPr>
        </p:nvSpPr>
        <p:spPr>
          <a:xfrm>
            <a:off x="311700" y="174400"/>
            <a:ext cx="8520600" cy="345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Pelicula filmada en 2024 - Yo: Electrica</a:t>
            </a:r>
            <a:br>
              <a:rPr lang="es"/>
            </a:br>
            <a:r>
              <a:rPr lang="es"/>
              <a:t>Link del trailer: </a:t>
            </a:r>
            <a:r>
              <a:rPr lang="es" u="sng">
                <a:solidFill>
                  <a:schemeClr val="hlink"/>
                </a:solidFill>
                <a:hlinkClick r:id="rId3"/>
              </a:rPr>
              <a:t>https://www.youtube.com/watch?v=a-H5TYR8phU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Direc de foto: Pablo desanzo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Gaffer: Daniel Velasco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Electrico: Diogo Tomas Ollarce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Electrica: Camila Battista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Director: Talo Silveyra</a:t>
            </a:r>
            <a:r>
              <a:rPr lang="es"/>
              <a:t> 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