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hyperlink" Target="https://www.youtube.com/watch?v=gPBq2auZmeI" TargetMode="External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idx="1" type="subTitle"/>
          </p:nvPr>
        </p:nvSpPr>
        <p:spPr>
          <a:xfrm>
            <a:off x="311700" y="351525"/>
            <a:ext cx="8520600" cy="327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Spot del festival 2025 - Yo: Gaffer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Link: </a:t>
            </a:r>
            <a:r>
              <a:rPr lang="es" u="sng">
                <a:solidFill>
                  <a:schemeClr val="hlink"/>
                </a:solidFill>
                <a:hlinkClick r:id="rId3"/>
              </a:rPr>
              <a:t>https://www.youtube.com/watch?v=gPBq2auZmeI</a:t>
            </a:r>
            <a:r>
              <a:rPr lang="es"/>
              <a:t> 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55" name="Google Shape;55;p1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162050" y="2384488"/>
            <a:ext cx="6819900" cy="2200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