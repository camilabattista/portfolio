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37200"/>
            <a:ext cx="8520600" cy="37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2026 - Yo: 2da de camara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DF: Ornella Berardi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Gaffer: Fermin Conglaves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1ra de camara: Agostina Rojas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post produccion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