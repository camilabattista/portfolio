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UW5eifQkrH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358350"/>
            <a:ext cx="8520600" cy="3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Cortometraje filmado en 2025 - Yo: Directora de foto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https://www.youtube.com/watch?v=UW5eifQkrHU</a:t>
            </a:r>
            <a:r>
              <a:rPr lang="es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Direc de foto: Camila Battista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Gaffer: Ivan Castro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Electrico: Emmanuel Samolski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Foquista: Nicole Pinto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Directora: Memi Bustamante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