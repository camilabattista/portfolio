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00"/>
            <a:ext cx="8520600" cy="4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filmado en 2025 - Yo </a:t>
            </a:r>
            <a:r>
              <a:rPr lang="es"/>
              <a:t>dire</a:t>
            </a:r>
            <a:r>
              <a:rPr lang="es"/>
              <a:t> de foto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estado de </a:t>
            </a:r>
            <a:r>
              <a:rPr lang="es"/>
              <a:t>postproducción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Direccion: Nicolas Manccini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Direccion de fotografia: Camila Battista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Gaffer: Fermin Conglaves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Foquista: Nicole Pinto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Camara: Blackmagic Pocket 4k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