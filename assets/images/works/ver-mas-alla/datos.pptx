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365150"/>
            <a:ext cx="8520600" cy="44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Cortometraje 2025: Fin de semana sangriento. Yo: Gaffer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Direc de foto: ezequiel ferrando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Foquista: Melina gimenez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Electricxs: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Ezequiel Orona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Maiky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Sofia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Maria jose pagani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nicole pinto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