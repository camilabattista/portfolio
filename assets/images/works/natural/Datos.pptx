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C5A1ZiHR28I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14125" y="163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1300"/>
              <a:t>Videoclip 2023 - Título: Natural  Artista: Queen Conga</a:t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1300"/>
              <a:t>Yo: Gaffer</a:t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300"/>
              <a:t>Videoclip:</a:t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1300" u="sng">
                <a:solidFill>
                  <a:schemeClr val="hlink"/>
                </a:solidFill>
                <a:hlinkClick r:id="rId3"/>
              </a:rPr>
              <a:t>https://www.youtube.com/watch?v=C5A1ZiHR28I</a:t>
            </a:r>
            <a:r>
              <a:rPr lang="es" sz="1300"/>
              <a:t> </a:t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17628" t="0"/>
          <a:stretch/>
        </p:blipFill>
        <p:spPr>
          <a:xfrm>
            <a:off x="114125" y="1513425"/>
            <a:ext cx="5437399" cy="150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850" y="3247750"/>
            <a:ext cx="293370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