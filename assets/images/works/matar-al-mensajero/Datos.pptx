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youtu.be/KxxdnaOkyUs" TargetMode="Externa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idx="1" type="subTitle"/>
          </p:nvPr>
        </p:nvSpPr>
        <p:spPr>
          <a:xfrm>
            <a:off x="311700" y="283400"/>
            <a:ext cx="8520600" cy="334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Corto filmado en Marzo 2025 - Yo: Direc de foto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Link: </a:t>
            </a:r>
            <a:r>
              <a:rPr lang="es" u="sng">
                <a:solidFill>
                  <a:schemeClr val="hlink"/>
                </a:solidFill>
                <a:hlinkClick r:id="rId3"/>
              </a:rPr>
              <a:t>https://youtu.be/KxxdnaOkyUs</a:t>
            </a:r>
            <a:r>
              <a:rPr lang="es"/>
              <a:t>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Camara: Blackmagic 6k</a:t>
            </a:r>
            <a:r>
              <a:rPr lang="es"/>
              <a:t>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6250" y="1893298"/>
            <a:ext cx="7233475" cy="135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86075" y="2902375"/>
            <a:ext cx="3944476" cy="218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