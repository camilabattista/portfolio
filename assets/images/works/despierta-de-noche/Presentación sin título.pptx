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76450"/>
            <a:ext cx="8520600" cy="33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Cortometraje filmado en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Yo: direc de foto y color </a:t>
            </a:r>
            <a:br>
              <a:rPr lang="es"/>
            </a:br>
            <a:r>
              <a:rPr lang="es"/>
              <a:t>En post produccion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