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01050"/>
            <a:ext cx="8520600" cy="3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Cortometraje en post produccion - Yo: direc de foto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 de foto: Camila Battista y Nicole Pinto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Asist de foto: Julian Net Gutierrez y Fermin Conglaves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